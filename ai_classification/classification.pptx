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961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9948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6433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3286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7807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708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2669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160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2759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1466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6A1E9-046F-460A-9ED5-B7EAF2655F19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522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86A1E9-046F-460A-9ED5-B7EAF2655F19}" type="datetimeFigureOut">
              <a:rPr lang="ru-RU" smtClean="0"/>
              <a:t>05.11.2025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DB3D9E-59D6-497D-8991-0ABF4963A4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51106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D5244-ED2C-480B-BC31-2E83E5A154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Классификация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1D0B0EB-2516-467D-AD14-7F2E238C11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115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Повторение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AEBC21-E72F-4CF9-A747-6A65FE8000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9240" y="1505440"/>
            <a:ext cx="8013520" cy="4987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020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Повторение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40CADB8-81E1-4902-A9E8-39376F024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02361"/>
            <a:ext cx="12192000" cy="2853278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8EA1BD1-D3D8-4B40-900C-E86B5B9108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9936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FFFFFF"/>
                </a:solidFill>
                <a:effectLst/>
                <a:latin typeface="system-ui"/>
              </a:rPr>
              <a:t>kNN</a:t>
            </a:r>
            <a:endParaRPr lang="ru-RU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05B2972-1F09-4735-A10F-25D24EDAA88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7075" y="2224881"/>
            <a:ext cx="5657850" cy="3552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7335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Деревья решений</a:t>
            </a:r>
            <a:endParaRPr lang="ru-RU" dirty="0"/>
          </a:p>
        </p:txBody>
      </p:sp>
      <p:pic>
        <p:nvPicPr>
          <p:cNvPr id="11" name="Объект 10">
            <a:extLst>
              <a:ext uri="{FF2B5EF4-FFF2-40B4-BE49-F238E27FC236}">
                <a16:creationId xmlns:a16="http://schemas.microsoft.com/office/drawing/2014/main" id="{27124D4E-B7FD-4DE0-A815-9D00138D86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238948" y="1825625"/>
            <a:ext cx="771410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9762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Деревья решений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91306A-4947-4901-93C7-22891B178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Орел или попугай?</a:t>
            </a:r>
          </a:p>
        </p:txBody>
      </p:sp>
    </p:spTree>
    <p:extLst>
      <p:ext uri="{BB962C8B-B14F-4D97-AF65-F5344CB8AC3E}">
        <p14:creationId xmlns:p14="http://schemas.microsoft.com/office/powerpoint/2010/main" val="273620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Логистическая регрессия</a:t>
            </a:r>
            <a:endParaRPr lang="ru-RU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6972FDE-F798-4A52-B613-BE7F4B4172B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5274" y="1825625"/>
            <a:ext cx="6801451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0283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2568D-F678-466E-9B3F-4EFCABF90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FFFF"/>
                </a:solidFill>
                <a:latin typeface="system-ui"/>
              </a:rPr>
              <a:t>Логистическая регрессия </a:t>
            </a:r>
            <a:r>
              <a:rPr lang="en-US" dirty="0">
                <a:solidFill>
                  <a:srgbClr val="FFFFFF"/>
                </a:solidFill>
                <a:latin typeface="system-ui"/>
              </a:rPr>
              <a:t>vs </a:t>
            </a:r>
            <a:r>
              <a:rPr lang="ru-RU" dirty="0">
                <a:solidFill>
                  <a:srgbClr val="FFFFFF"/>
                </a:solidFill>
                <a:latin typeface="system-ui"/>
              </a:rPr>
              <a:t>Дерево решений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115D2F-239C-4BA2-8D45-82215C214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5186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3E4F19A7-A959-40BB-972C-4880BAF8EB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Words>19</Words>
  <Application>Microsoft Office PowerPoint</Application>
  <PresentationFormat>Широкоэкранный</PresentationFormat>
  <Paragraphs>9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system-ui</vt:lpstr>
      <vt:lpstr>Office Theme</vt:lpstr>
      <vt:lpstr>Классификация</vt:lpstr>
      <vt:lpstr>Повторение</vt:lpstr>
      <vt:lpstr>Повторение</vt:lpstr>
      <vt:lpstr>kNN</vt:lpstr>
      <vt:lpstr>Деревья решений</vt:lpstr>
      <vt:lpstr>Деревья решений</vt:lpstr>
      <vt:lpstr>Логистическая регрессия</vt:lpstr>
      <vt:lpstr>Логистическая регрессия vs Дерево решений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Классификация</dc:title>
  <dc:creator>Александров Павел Евгеньевич</dc:creator>
  <cp:lastModifiedBy>Александров Павел Евгеньевич</cp:lastModifiedBy>
  <cp:revision>5</cp:revision>
  <dcterms:created xsi:type="dcterms:W3CDTF">2025-11-05T14:40:48Z</dcterms:created>
  <dcterms:modified xsi:type="dcterms:W3CDTF">2025-11-05T15:19:04Z</dcterms:modified>
</cp:coreProperties>
</file>